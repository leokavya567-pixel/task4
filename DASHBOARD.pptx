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F27B-21BD-CB78-3494-7D6CD7BC8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994E0-87E4-C3F3-9C17-EDD773442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88FED-16C8-D708-D216-8BCADCAF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16F4-A83C-45BA-A0E5-0316131417B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69372-A0DB-65EC-8F8F-253BBCDFE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4078C-EA21-DAA0-F1E1-2FB1ED8B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0A92-B1BA-4029-8256-C98C7C89C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33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22DAC-133E-DE52-9A89-718A5508B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D0F77-DE63-AA6F-CA93-C8C6C0DDA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56EB0-E305-065C-2DE5-A0D8A7D0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16F4-A83C-45BA-A0E5-0316131417B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8243E-EEFA-8577-CAB3-A0A5756B7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1A28C-3C81-8E00-A4E2-D9BC4EE6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0A92-B1BA-4029-8256-C98C7C89C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74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F2E3-73F4-2CFB-6DDC-EBD9DF15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02738-EC98-419B-5FEE-0B412F93B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3A80E-8E37-F570-EA16-98EE94D9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16F4-A83C-45BA-A0E5-0316131417B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CF92-6D98-F48C-F5EC-705DFBA0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637BD-F5D2-9CDB-5144-2CDD667B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0A92-B1BA-4029-8256-C98C7C89C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83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A2AA-A24B-BEBF-B42D-0F32129F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53FB9-320E-C777-8531-DC1A30AB2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5BE66-E28B-70A8-5666-4E155F82F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9518F-5151-757F-A28C-C0AA12587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16F4-A83C-45BA-A0E5-0316131417B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4CDAF-9D7E-5230-06DF-4B93634C7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37C60-9F33-8FA7-1F41-CC683A21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0A92-B1BA-4029-8256-C98C7C89C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992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71CAA-AB75-7B39-943C-954660AF7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5FA1B-1089-E907-B901-F62A37E3B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F89F3-71E3-FC1A-ED48-D5155403C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5A833-A647-933E-DC91-534DE6279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5AF410-FE3B-51FC-9148-B3B90DCC4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4D7CB3-5E8C-10E5-992C-5CFD7D93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16F4-A83C-45BA-A0E5-0316131417B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8BADA-2010-600D-13DD-6C203C282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FDE66-8C7D-1D09-B124-D1D468B1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0A92-B1BA-4029-8256-C98C7C89C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96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77767-7782-201D-95D0-3B02BB54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B2D2C8-D26D-6692-A344-78868AAB0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16F4-A83C-45BA-A0E5-0316131417B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5B013-99E4-0516-6CF6-F1156A4B1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23DE3-22FE-1502-E4EF-27848AE9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0A92-B1BA-4029-8256-C98C7C89C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763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92117-CD71-4065-7390-704FA1E01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16F4-A83C-45BA-A0E5-0316131417B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B8885-A72B-BD32-5492-C386086F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500D9-DECD-A3B0-DBE8-AC902AAF3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0A92-B1BA-4029-8256-C98C7C89C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90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0504-4B30-43B5-B33F-E18D389C6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15F7B-CA30-5FA5-8E0C-B773F94B1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5DAB6-3598-3D68-BC75-47E6DF8C4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ADA04-EFE5-C1F0-2ED7-E26D99673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16F4-A83C-45BA-A0E5-0316131417B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EC1EF-720B-B248-DC73-144ADBD87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86AB9-C0B8-9FF2-4E0D-70724C5CD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0A92-B1BA-4029-8256-C98C7C89C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395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3B83-C382-C7EB-133D-320CB9E44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084DE-A320-6CA1-C3B3-B89B265A6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8B235-9B0A-180C-D817-404D03CAD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0FBE-E348-6405-09B6-B80BFBE5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16F4-A83C-45BA-A0E5-0316131417B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FDD4A-077F-1B4E-F4C3-D033F41AD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043E0-EFEA-6663-DF8C-DA9C0077A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0A92-B1BA-4029-8256-C98C7C89C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07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1EA8B-A73A-5031-7DF9-09554DD1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B8E08-0CA4-AE0F-3500-A0DB968B9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977C5-A052-3883-D427-91A9C08FF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16F4-A83C-45BA-A0E5-0316131417B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AE922-02F1-4942-CB75-A2440EB2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6C0D8-17AA-289E-FE53-6DA1FEA6C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0A92-B1BA-4029-8256-C98C7C89C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12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88E141-9BFB-88FD-D8D2-F589E6D53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311AF-3661-90F0-6D0D-6010F7195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40800-C866-1A67-EE15-1DA3A2BEF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16F4-A83C-45BA-A0E5-0316131417B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DA0B9-FB6C-C867-A25D-E4B377EAE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4C149-12E4-4C57-2183-1E51DFC9F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0A92-B1BA-4029-8256-C98C7C89C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03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CD1BD-91BC-BCA0-5DCA-B42D92DD4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51E84-F9C3-1821-892B-9F50FA07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14E07-FC69-68BD-654F-E1E130AD2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D16F4-A83C-45BA-A0E5-0316131417B7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1C18D-BCE5-CC8B-EF6E-EE7AB1A42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9495B-EB70-DC4B-4DAF-D7C5FBA2B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60A92-B1BA-4029-8256-C98C7C89CC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3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B8FBEA-DF02-F6AC-97AE-ACBF2B6C81E2}"/>
              </a:ext>
            </a:extLst>
          </p:cNvPr>
          <p:cNvSpPr txBox="1"/>
          <p:nvPr/>
        </p:nvSpPr>
        <p:spPr>
          <a:xfrm>
            <a:off x="2285999" y="1158961"/>
            <a:ext cx="7620001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    </a:t>
            </a:r>
            <a:r>
              <a:rPr lang="en-IN" sz="4000" b="1" dirty="0"/>
              <a:t>Dashboard Design Project</a:t>
            </a:r>
          </a:p>
          <a:p>
            <a:pPr>
              <a:buNone/>
            </a:pPr>
            <a:endParaRPr lang="en-IN" sz="4000" dirty="0"/>
          </a:p>
          <a:p>
            <a:pPr>
              <a:buNone/>
            </a:pPr>
            <a:r>
              <a:rPr lang="en-IN" sz="2400" b="1" dirty="0"/>
              <a:t>                              Data Analyst Internship – Task 4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800" b="1" dirty="0"/>
              <a:t>Tool Used:</a:t>
            </a:r>
            <a:r>
              <a:rPr lang="en-IN" sz="2800" dirty="0"/>
              <a:t> Power BI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2800" b="1" dirty="0"/>
              <a:t>Dataset:</a:t>
            </a:r>
            <a:r>
              <a:rPr lang="en-IN" sz="2800" dirty="0"/>
              <a:t> Sample Superstore Dataset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2800" b="1" dirty="0"/>
              <a:t>Prepared By:</a:t>
            </a:r>
            <a:r>
              <a:rPr lang="en-IN" sz="2800" dirty="0"/>
              <a:t> KAVYA L</a:t>
            </a:r>
          </a:p>
          <a:p>
            <a:pPr>
              <a:buNone/>
            </a:pPr>
            <a:r>
              <a:rPr lang="en-IN" sz="2800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115885-2533-CB40-A804-7A32D4F18FB0}"/>
              </a:ext>
            </a:extLst>
          </p:cNvPr>
          <p:cNvSpPr/>
          <p:nvPr/>
        </p:nvSpPr>
        <p:spPr>
          <a:xfrm>
            <a:off x="353961" y="422787"/>
            <a:ext cx="11366091" cy="59681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832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8AC6F-BE4E-2C31-B2A2-4965F9D36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5586B-8927-2E35-2D6B-12188D798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objective of this project is to design an interactive business dashboard using Power BI to </a:t>
            </a:r>
            <a:r>
              <a:rPr lang="en-IN" dirty="0" err="1"/>
              <a:t>analyze</a:t>
            </a:r>
            <a:r>
              <a:rPr lang="en-IN" dirty="0"/>
              <a:t> sales performance, profitability, customer </a:t>
            </a:r>
            <a:r>
              <a:rPr lang="en-IN" dirty="0" err="1"/>
              <a:t>behavior</a:t>
            </a:r>
            <a:r>
              <a:rPr lang="en-IN" dirty="0"/>
              <a:t>, and regional trends.</a:t>
            </a:r>
          </a:p>
          <a:p>
            <a:pPr marL="0" indent="0">
              <a:buNone/>
            </a:pPr>
            <a:r>
              <a:rPr lang="en-IN" dirty="0"/>
              <a:t>The dashboard helps stakeholders:</a:t>
            </a:r>
          </a:p>
          <a:p>
            <a:r>
              <a:rPr lang="en-IN" dirty="0"/>
              <a:t>Monitor key business metrics </a:t>
            </a:r>
          </a:p>
          <a:p>
            <a:r>
              <a:rPr lang="en-IN" dirty="0"/>
              <a:t>Identify high-performing categories and regions </a:t>
            </a:r>
          </a:p>
          <a:p>
            <a:r>
              <a:rPr lang="en-IN" dirty="0" err="1"/>
              <a:t>Analyze</a:t>
            </a:r>
            <a:r>
              <a:rPr lang="en-IN" dirty="0"/>
              <a:t> sales trends over time </a:t>
            </a:r>
          </a:p>
          <a:p>
            <a:r>
              <a:rPr lang="en-IN" dirty="0"/>
              <a:t>Support data-driven decision making 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509308-B93D-3E2A-8CF3-BFACCC52072A}"/>
              </a:ext>
            </a:extLst>
          </p:cNvPr>
          <p:cNvSpPr/>
          <p:nvPr/>
        </p:nvSpPr>
        <p:spPr>
          <a:xfrm>
            <a:off x="501445" y="365125"/>
            <a:ext cx="11002297" cy="5811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17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DB5D-272F-9B00-67A5-BE881B9F2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3404"/>
          </a:xfrm>
        </p:spPr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1A81C-DFCC-4ED3-A37A-EA8D7FD5B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540774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11200" b="1" dirty="0"/>
              <a:t>Dataset Name:</a:t>
            </a:r>
            <a:r>
              <a:rPr lang="en-IN" sz="11200" dirty="0"/>
              <a:t> Sample Superstore</a:t>
            </a:r>
          </a:p>
          <a:p>
            <a:pPr marL="0" indent="0">
              <a:buNone/>
            </a:pPr>
            <a:r>
              <a:rPr lang="en-IN" sz="11200" b="1" dirty="0"/>
              <a:t>Key Attributes</a:t>
            </a:r>
          </a:p>
          <a:p>
            <a:r>
              <a:rPr lang="en-IN" sz="11200" dirty="0"/>
              <a:t>Order Date </a:t>
            </a:r>
          </a:p>
          <a:p>
            <a:r>
              <a:rPr lang="en-IN" sz="11200" dirty="0"/>
              <a:t>Sales </a:t>
            </a:r>
          </a:p>
          <a:p>
            <a:r>
              <a:rPr lang="en-IN" sz="11200" dirty="0"/>
              <a:t>Profit </a:t>
            </a:r>
          </a:p>
          <a:p>
            <a:r>
              <a:rPr lang="en-IN" sz="11200" dirty="0"/>
              <a:t>Quantity </a:t>
            </a:r>
          </a:p>
          <a:p>
            <a:r>
              <a:rPr lang="en-IN" sz="11200" dirty="0"/>
              <a:t>Customer Name </a:t>
            </a:r>
          </a:p>
          <a:p>
            <a:r>
              <a:rPr lang="en-IN" sz="11200" dirty="0"/>
              <a:t>Category </a:t>
            </a:r>
          </a:p>
          <a:p>
            <a:r>
              <a:rPr lang="en-IN" sz="11200" dirty="0"/>
              <a:t>Sub-Category </a:t>
            </a:r>
          </a:p>
          <a:p>
            <a:r>
              <a:rPr lang="en-IN" sz="11200" dirty="0"/>
              <a:t>State </a:t>
            </a:r>
          </a:p>
          <a:p>
            <a:r>
              <a:rPr lang="en-IN" sz="11200" dirty="0"/>
              <a:t>Region </a:t>
            </a:r>
          </a:p>
          <a:p>
            <a:r>
              <a:rPr lang="en-IN" sz="11200" dirty="0"/>
              <a:t>Ship Mode 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0F6C71-6A3E-47EF-E859-A8953E56B3B9}"/>
              </a:ext>
            </a:extLst>
          </p:cNvPr>
          <p:cNvSpPr/>
          <p:nvPr/>
        </p:nvSpPr>
        <p:spPr>
          <a:xfrm>
            <a:off x="462116" y="365125"/>
            <a:ext cx="11297265" cy="63011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43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D43FC-5F36-E0BE-DF5C-11D5A6BBE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768"/>
            <a:ext cx="10515600" cy="557719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Purpose of Dataset</a:t>
            </a:r>
          </a:p>
          <a:p>
            <a:r>
              <a:rPr lang="en-IN" dirty="0"/>
              <a:t>The dataset contains retail sales transactions and is used to </a:t>
            </a:r>
            <a:r>
              <a:rPr lang="en-IN" dirty="0" err="1"/>
              <a:t>analyze</a:t>
            </a:r>
            <a:r>
              <a:rPr lang="en-IN" dirty="0"/>
              <a:t> business performance across different categories, customers, and regions.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34D426-BCF3-A0E9-945E-E7DF497D178A}"/>
              </a:ext>
            </a:extLst>
          </p:cNvPr>
          <p:cNvSpPr/>
          <p:nvPr/>
        </p:nvSpPr>
        <p:spPr>
          <a:xfrm>
            <a:off x="599768" y="599768"/>
            <a:ext cx="11120284" cy="56584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154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19E4-D14E-EC25-5C71-D71345FEB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</p:spPr>
        <p:txBody>
          <a:bodyPr/>
          <a:lstStyle/>
          <a:p>
            <a:r>
              <a:rPr lang="en-IN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A2BE-66AB-E920-1467-265FA2B49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865"/>
            <a:ext cx="10515600" cy="49380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Dashboard Components</a:t>
            </a:r>
          </a:p>
          <a:p>
            <a:r>
              <a:rPr lang="en-IN" dirty="0"/>
              <a:t>The dashboard includes the following visualizations:</a:t>
            </a:r>
          </a:p>
          <a:p>
            <a:pPr marL="0" indent="0">
              <a:buNone/>
            </a:pPr>
            <a:r>
              <a:rPr lang="en-IN" b="1" dirty="0"/>
              <a:t>KPI Cards</a:t>
            </a:r>
          </a:p>
          <a:p>
            <a:r>
              <a:rPr lang="en-IN" dirty="0"/>
              <a:t>Total Sales </a:t>
            </a:r>
          </a:p>
          <a:p>
            <a:r>
              <a:rPr lang="en-IN" dirty="0"/>
              <a:t>Total Profit </a:t>
            </a:r>
          </a:p>
          <a:p>
            <a:r>
              <a:rPr lang="en-IN" dirty="0"/>
              <a:t>Total Orders </a:t>
            </a:r>
          </a:p>
          <a:p>
            <a:pPr marL="0" indent="0">
              <a:buNone/>
            </a:pPr>
            <a:r>
              <a:rPr lang="en-IN" b="1" dirty="0"/>
              <a:t>Charts</a:t>
            </a:r>
          </a:p>
          <a:p>
            <a:r>
              <a:rPr lang="en-IN" dirty="0"/>
              <a:t>Monthly Sales Trend </a:t>
            </a:r>
          </a:p>
          <a:p>
            <a:r>
              <a:rPr lang="en-IN" dirty="0"/>
              <a:t>Sales by Category </a:t>
            </a:r>
          </a:p>
          <a:p>
            <a:r>
              <a:rPr lang="en-IN" dirty="0"/>
              <a:t>Top 10 Customers </a:t>
            </a:r>
          </a:p>
          <a:p>
            <a:r>
              <a:rPr lang="en-IN" dirty="0"/>
              <a:t>Sales by State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849E36-9C8F-E58C-0583-0E0C14EDC241}"/>
              </a:ext>
            </a:extLst>
          </p:cNvPr>
          <p:cNvSpPr/>
          <p:nvPr/>
        </p:nvSpPr>
        <p:spPr>
          <a:xfrm>
            <a:off x="452284" y="167148"/>
            <a:ext cx="11100619" cy="64106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87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BD44E-B143-13C9-2FA7-C52D30DAE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5471"/>
            <a:ext cx="10515600" cy="5911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Interactive Filters</a:t>
            </a:r>
          </a:p>
          <a:p>
            <a:r>
              <a:rPr lang="en-IN" dirty="0"/>
              <a:t>Region </a:t>
            </a:r>
          </a:p>
          <a:p>
            <a:r>
              <a:rPr lang="en-IN" dirty="0"/>
              <a:t>Category </a:t>
            </a:r>
          </a:p>
          <a:p>
            <a:r>
              <a:rPr lang="en-IN" dirty="0"/>
              <a:t>State </a:t>
            </a:r>
          </a:p>
          <a:p>
            <a:r>
              <a:rPr lang="en-IN" dirty="0"/>
              <a:t>Year </a:t>
            </a:r>
          </a:p>
          <a:p>
            <a:pPr marL="0" indent="0">
              <a:buNone/>
            </a:pPr>
            <a:r>
              <a:rPr lang="en-IN" b="1" dirty="0"/>
              <a:t>Dashboard Benefits</a:t>
            </a:r>
          </a:p>
          <a:p>
            <a:r>
              <a:rPr lang="en-IN" dirty="0"/>
              <a:t>Provides a quick business overview </a:t>
            </a:r>
          </a:p>
          <a:p>
            <a:r>
              <a:rPr lang="en-IN" dirty="0"/>
              <a:t>Enables interactive exploration of data </a:t>
            </a:r>
          </a:p>
          <a:p>
            <a:r>
              <a:rPr lang="en-IN" dirty="0"/>
              <a:t>Supports better business decisions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11D199-7570-72FA-4D8F-CB69BDB8F8D3}"/>
              </a:ext>
            </a:extLst>
          </p:cNvPr>
          <p:cNvSpPr/>
          <p:nvPr/>
        </p:nvSpPr>
        <p:spPr>
          <a:xfrm>
            <a:off x="501445" y="147484"/>
            <a:ext cx="10992465" cy="63713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9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2A346-E487-5B4C-50CE-34F6A96D6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933"/>
          </a:xfrm>
        </p:spPr>
        <p:txBody>
          <a:bodyPr>
            <a:normAutofit fontScale="90000"/>
          </a:bodyPr>
          <a:lstStyle/>
          <a:p>
            <a:r>
              <a:rPr lang="en-IN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24C03-CF7B-8053-88F2-81BAEFA6B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1548"/>
            <a:ext cx="10515600" cy="509541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Insight 1</a:t>
            </a:r>
          </a:p>
          <a:p>
            <a:r>
              <a:rPr lang="en-IN" dirty="0"/>
              <a:t>Technology category generated the highest sales among all product categories.</a:t>
            </a:r>
          </a:p>
          <a:p>
            <a:pPr marL="0" indent="0">
              <a:buNone/>
            </a:pPr>
            <a:r>
              <a:rPr lang="en-IN" b="1" dirty="0"/>
              <a:t>Insight 2</a:t>
            </a:r>
          </a:p>
          <a:p>
            <a:r>
              <a:rPr lang="en-IN" dirty="0"/>
              <a:t>California emerged as one of the top-performing states in terms of revenue.</a:t>
            </a:r>
          </a:p>
          <a:p>
            <a:pPr marL="0" indent="0">
              <a:buNone/>
            </a:pPr>
            <a:r>
              <a:rPr lang="en-IN" b="1" dirty="0"/>
              <a:t>Insight 3</a:t>
            </a:r>
          </a:p>
          <a:p>
            <a:r>
              <a:rPr lang="en-IN" dirty="0"/>
              <a:t>A small group of customers contributed a significant portion of total sales.</a:t>
            </a:r>
          </a:p>
          <a:p>
            <a:pPr marL="0" indent="0">
              <a:buNone/>
            </a:pPr>
            <a:r>
              <a:rPr lang="en-IN" b="1" dirty="0"/>
              <a:t>Insight 4</a:t>
            </a:r>
          </a:p>
          <a:p>
            <a:r>
              <a:rPr lang="en-IN" dirty="0"/>
              <a:t>Sales performance varied across regions, indicating different market strengths.</a:t>
            </a:r>
          </a:p>
          <a:p>
            <a:pPr marL="0" indent="0">
              <a:buNone/>
            </a:pPr>
            <a:r>
              <a:rPr lang="en-IN" b="1" dirty="0"/>
              <a:t>Insight 5</a:t>
            </a:r>
          </a:p>
          <a:p>
            <a:r>
              <a:rPr lang="en-IN" dirty="0"/>
              <a:t>Monthly sales trends help identify periods of strong and weak business performance.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D7618-44BE-7AEA-C25C-EB7907832594}"/>
              </a:ext>
            </a:extLst>
          </p:cNvPr>
          <p:cNvSpPr/>
          <p:nvPr/>
        </p:nvSpPr>
        <p:spPr>
          <a:xfrm>
            <a:off x="265471" y="365125"/>
            <a:ext cx="11356258" cy="61277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135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7A92E-5021-6485-F046-698C676D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249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235CB-860D-52D6-BFD3-EA9819AFE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374"/>
            <a:ext cx="10515600" cy="50265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The Power BI dashboard successfully transformed raw sales data into meaningful business insights.</a:t>
            </a:r>
          </a:p>
          <a:p>
            <a:pPr marL="0" indent="0">
              <a:buNone/>
            </a:pPr>
            <a:r>
              <a:rPr lang="en-IN" b="1" dirty="0"/>
              <a:t>Achievements</a:t>
            </a:r>
          </a:p>
          <a:p>
            <a:r>
              <a:rPr lang="en-IN" dirty="0"/>
              <a:t>Created interactive KPI cards </a:t>
            </a:r>
          </a:p>
          <a:p>
            <a:r>
              <a:rPr lang="en-IN" dirty="0"/>
              <a:t>Performed sales and profit analysis </a:t>
            </a:r>
          </a:p>
          <a:p>
            <a:r>
              <a:rPr lang="en-IN" dirty="0"/>
              <a:t>Implemented dynamic slicers and filters </a:t>
            </a:r>
          </a:p>
          <a:p>
            <a:r>
              <a:rPr lang="en-IN" dirty="0"/>
              <a:t>Visualized customer and regional performance </a:t>
            </a:r>
          </a:p>
          <a:p>
            <a:r>
              <a:rPr lang="en-IN" dirty="0"/>
              <a:t>Developed an interactive dashboard for business stakeholders</a:t>
            </a:r>
          </a:p>
          <a:p>
            <a:pPr marL="0" indent="0">
              <a:buNone/>
            </a:pPr>
            <a:r>
              <a:rPr lang="en-IN" b="1" dirty="0"/>
              <a:t>Outcome</a:t>
            </a:r>
          </a:p>
          <a:p>
            <a:pPr marL="0" indent="0">
              <a:buNone/>
            </a:pPr>
            <a:r>
              <a:rPr lang="en-IN" dirty="0"/>
              <a:t>This project demonstrates how data visualization and business intelligence tools can be used to support strategic decision-making and improve organizational performance.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A86EE7-690C-525B-D5C5-12E5790FF5FC}"/>
              </a:ext>
            </a:extLst>
          </p:cNvPr>
          <p:cNvSpPr/>
          <p:nvPr/>
        </p:nvSpPr>
        <p:spPr>
          <a:xfrm>
            <a:off x="314632" y="365125"/>
            <a:ext cx="11425084" cy="63011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037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Objective</vt:lpstr>
      <vt:lpstr>Dataset Overview</vt:lpstr>
      <vt:lpstr>PowerPoint Presentation</vt:lpstr>
      <vt:lpstr>Dashboard Overview</vt:lpstr>
      <vt:lpstr>PowerPoint Presentation</vt:lpstr>
      <vt:lpstr>Business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KAVYA LEO</dc:creator>
  <cp:lastModifiedBy>KAVYA LEO</cp:lastModifiedBy>
  <cp:revision>1</cp:revision>
  <dcterms:created xsi:type="dcterms:W3CDTF">2026-06-04T15:13:59Z</dcterms:created>
  <dcterms:modified xsi:type="dcterms:W3CDTF">2026-06-04T15:14:19Z</dcterms:modified>
</cp:coreProperties>
</file>